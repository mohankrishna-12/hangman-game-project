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5" r:id="rId4"/>
  </p:sldMasterIdLst>
  <p:notesMasterIdLst>
    <p:notesMasterId r:id="rId11"/>
  </p:notesMasterIdLst>
  <p:sldIdLst>
    <p:sldId id="356" r:id="rId5"/>
    <p:sldId id="351" r:id="rId6"/>
    <p:sldId id="257" r:id="rId7"/>
    <p:sldId id="284" r:id="rId8"/>
    <p:sldId id="354" r:id="rId9"/>
    <p:sldId id="34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5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17A6"/>
    <a:srgbClr val="FFFFFF"/>
    <a:srgbClr val="EDEFF7"/>
    <a:srgbClr val="D0D1D9"/>
    <a:srgbClr val="F6F9FF"/>
    <a:srgbClr val="1919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97E30F-687F-4B24-A014-7A630B180339}" v="216" dt="2025-12-30T17:02:41.023"/>
  </p1510:revLst>
</p1510:revInfo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055" autoAdjust="0"/>
    <p:restoredTop sz="94634" autoAdjust="0"/>
  </p:normalViewPr>
  <p:slideViewPr>
    <p:cSldViewPr snapToGrid="0">
      <p:cViewPr>
        <p:scale>
          <a:sx n="100" d="100"/>
          <a:sy n="100" d="100"/>
        </p:scale>
        <p:origin x="-331" y="-494"/>
      </p:cViewPr>
      <p:guideLst>
        <p:guide pos="3840"/>
        <p:guide orient="horz" pos="256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 mohan Krishna" userId="79188a864fb7c07e" providerId="Windows Live" clId="Web-{6097E30F-687F-4B24-A014-7A630B180339}"/>
    <pc:docChg chg="delSld modSld">
      <pc:chgData name="K mohan Krishna" userId="79188a864fb7c07e" providerId="Windows Live" clId="Web-{6097E30F-687F-4B24-A014-7A630B180339}" dt="2025-12-30T17:02:22.867" v="203" actId="1076"/>
      <pc:docMkLst>
        <pc:docMk/>
      </pc:docMkLst>
      <pc:sldChg chg="modSp">
        <pc:chgData name="K mohan Krishna" userId="79188a864fb7c07e" providerId="Windows Live" clId="Web-{6097E30F-687F-4B24-A014-7A630B180339}" dt="2025-12-30T16:48:00.881" v="145" actId="20577"/>
        <pc:sldMkLst>
          <pc:docMk/>
          <pc:sldMk cId="2276898735" sldId="257"/>
        </pc:sldMkLst>
        <pc:spChg chg="mod">
          <ac:chgData name="K mohan Krishna" userId="79188a864fb7c07e" providerId="Windows Live" clId="Web-{6097E30F-687F-4B24-A014-7A630B180339}" dt="2025-12-30T16:48:00.881" v="145" actId="20577"/>
          <ac:spMkLst>
            <pc:docMk/>
            <pc:sldMk cId="2276898735" sldId="257"/>
            <ac:spMk id="17" creationId="{8E7591AD-81F4-2E45-AE36-F4DA40C19031}"/>
          </ac:spMkLst>
        </pc:spChg>
        <pc:spChg chg="mod">
          <ac:chgData name="K mohan Krishna" userId="79188a864fb7c07e" providerId="Windows Live" clId="Web-{6097E30F-687F-4B24-A014-7A630B180339}" dt="2025-12-30T16:47:51.678" v="144" actId="20577"/>
          <ac:spMkLst>
            <pc:docMk/>
            <pc:sldMk cId="2276898735" sldId="257"/>
            <ac:spMk id="19" creationId="{55BA9AC8-EA60-644D-9DDA-B76203EA1E87}"/>
          </ac:spMkLst>
        </pc:spChg>
      </pc:sldChg>
      <pc:sldChg chg="modSp">
        <pc:chgData name="K mohan Krishna" userId="79188a864fb7c07e" providerId="Windows Live" clId="Web-{6097E30F-687F-4B24-A014-7A630B180339}" dt="2025-12-30T16:46:59.224" v="139" actId="20577"/>
        <pc:sldMkLst>
          <pc:docMk/>
          <pc:sldMk cId="1255359701" sldId="284"/>
        </pc:sldMkLst>
        <pc:spChg chg="mod">
          <ac:chgData name="K mohan Krishna" userId="79188a864fb7c07e" providerId="Windows Live" clId="Web-{6097E30F-687F-4B24-A014-7A630B180339}" dt="2025-12-30T16:46:59.224" v="139" actId="20577"/>
          <ac:spMkLst>
            <pc:docMk/>
            <pc:sldMk cId="1255359701" sldId="284"/>
            <ac:spMk id="8" creationId="{900900CD-B943-934F-857F-30AA913FE9D9}"/>
          </ac:spMkLst>
        </pc:spChg>
        <pc:spChg chg="mod">
          <ac:chgData name="K mohan Krishna" userId="79188a864fb7c07e" providerId="Windows Live" clId="Web-{6097E30F-687F-4B24-A014-7A630B180339}" dt="2025-12-30T16:42:51.454" v="123" actId="14100"/>
          <ac:spMkLst>
            <pc:docMk/>
            <pc:sldMk cId="1255359701" sldId="284"/>
            <ac:spMk id="12" creationId="{2A09EEBC-5E2C-D240-A5D6-6952B8392E49}"/>
          </ac:spMkLst>
        </pc:spChg>
        <pc:picChg chg="mod">
          <ac:chgData name="K mohan Krishna" userId="79188a864fb7c07e" providerId="Windows Live" clId="Web-{6097E30F-687F-4B24-A014-7A630B180339}" dt="2025-12-30T16:42:19.844" v="116" actId="14100"/>
          <ac:picMkLst>
            <pc:docMk/>
            <pc:sldMk cId="1255359701" sldId="284"/>
            <ac:picMk id="27" creationId="{1E23C3D4-3265-654A-93D6-FE4FDACECE7C}"/>
          </ac:picMkLst>
        </pc:picChg>
      </pc:sldChg>
      <pc:sldChg chg="del">
        <pc:chgData name="K mohan Krishna" userId="79188a864fb7c07e" providerId="Windows Live" clId="Web-{6097E30F-687F-4B24-A014-7A630B180339}" dt="2025-12-30T16:48:21.757" v="146"/>
        <pc:sldMkLst>
          <pc:docMk/>
          <pc:sldMk cId="1640389276" sldId="285"/>
        </pc:sldMkLst>
      </pc:sldChg>
      <pc:sldChg chg="del">
        <pc:chgData name="K mohan Krishna" userId="79188a864fb7c07e" providerId="Windows Live" clId="Web-{6097E30F-687F-4B24-A014-7A630B180339}" dt="2025-12-30T16:57:45.813" v="168"/>
        <pc:sldMkLst>
          <pc:docMk/>
          <pc:sldMk cId="3494493743" sldId="344"/>
        </pc:sldMkLst>
      </pc:sldChg>
      <pc:sldChg chg="modSp">
        <pc:chgData name="K mohan Krishna" userId="79188a864fb7c07e" providerId="Windows Live" clId="Web-{6097E30F-687F-4B24-A014-7A630B180339}" dt="2025-12-30T17:02:22.867" v="203" actId="1076"/>
        <pc:sldMkLst>
          <pc:docMk/>
          <pc:sldMk cId="3512217245" sldId="347"/>
        </pc:sldMkLst>
        <pc:spChg chg="mod">
          <ac:chgData name="K mohan Krishna" userId="79188a864fb7c07e" providerId="Windows Live" clId="Web-{6097E30F-687F-4B24-A014-7A630B180339}" dt="2025-12-30T16:59:54.410" v="190" actId="20577"/>
          <ac:spMkLst>
            <pc:docMk/>
            <pc:sldMk cId="3512217245" sldId="347"/>
            <ac:spMk id="2" creationId="{E1353100-3076-4726-B6E8-AE7CD2CCFA3F}"/>
          </ac:spMkLst>
        </pc:spChg>
        <pc:spChg chg="mod">
          <ac:chgData name="K mohan Krishna" userId="79188a864fb7c07e" providerId="Windows Live" clId="Web-{6097E30F-687F-4B24-A014-7A630B180339}" dt="2025-12-30T17:01:33.178" v="199" actId="20577"/>
          <ac:spMkLst>
            <pc:docMk/>
            <pc:sldMk cId="3512217245" sldId="347"/>
            <ac:spMk id="20" creationId="{5AEC0676-36E0-374F-8480-880FE68CC821}"/>
          </ac:spMkLst>
        </pc:spChg>
        <pc:picChg chg="mod">
          <ac:chgData name="K mohan Krishna" userId="79188a864fb7c07e" providerId="Windows Live" clId="Web-{6097E30F-687F-4B24-A014-7A630B180339}" dt="2025-12-30T17:02:22.867" v="203" actId="1076"/>
          <ac:picMkLst>
            <pc:docMk/>
            <pc:sldMk cId="3512217245" sldId="347"/>
            <ac:picMk id="6" creationId="{C0EB8F13-7357-4D3B-B94D-2D33E2BF192E}"/>
          </ac:picMkLst>
        </pc:picChg>
      </pc:sldChg>
      <pc:sldChg chg="del">
        <pc:chgData name="K mohan Krishna" userId="79188a864fb7c07e" providerId="Windows Live" clId="Web-{6097E30F-687F-4B24-A014-7A630B180339}" dt="2025-12-30T16:12:17.574" v="0"/>
        <pc:sldMkLst>
          <pc:docMk/>
          <pc:sldMk cId="971976701" sldId="350"/>
        </pc:sldMkLst>
      </pc:sldChg>
      <pc:sldChg chg="modSp">
        <pc:chgData name="K mohan Krishna" userId="79188a864fb7c07e" providerId="Windows Live" clId="Web-{6097E30F-687F-4B24-A014-7A630B180339}" dt="2025-12-30T16:47:19.443" v="141" actId="20577"/>
        <pc:sldMkLst>
          <pc:docMk/>
          <pc:sldMk cId="2323782088" sldId="351"/>
        </pc:sldMkLst>
        <pc:spChg chg="mod">
          <ac:chgData name="K mohan Krishna" userId="79188a864fb7c07e" providerId="Windows Live" clId="Web-{6097E30F-687F-4B24-A014-7A630B180339}" dt="2025-12-30T16:30:56.841" v="95" actId="20577"/>
          <ac:spMkLst>
            <pc:docMk/>
            <pc:sldMk cId="2323782088" sldId="351"/>
            <ac:spMk id="2" creationId="{1517D772-EB16-4FBD-9504-365672A1530A}"/>
          </ac:spMkLst>
        </pc:spChg>
        <pc:spChg chg="mod">
          <ac:chgData name="K mohan Krishna" userId="79188a864fb7c07e" providerId="Windows Live" clId="Web-{6097E30F-687F-4B24-A014-7A630B180339}" dt="2025-12-30T16:47:19.443" v="141" actId="20577"/>
          <ac:spMkLst>
            <pc:docMk/>
            <pc:sldMk cId="2323782088" sldId="351"/>
            <ac:spMk id="3" creationId="{4391F52C-47D7-432A-87D0-D88597D07D07}"/>
          </ac:spMkLst>
        </pc:spChg>
      </pc:sldChg>
      <pc:sldChg chg="addSp delSp modSp addAnim delAnim">
        <pc:chgData name="K mohan Krishna" userId="79188a864fb7c07e" providerId="Windows Live" clId="Web-{6097E30F-687F-4B24-A014-7A630B180339}" dt="2025-12-30T16:57:33.578" v="167"/>
        <pc:sldMkLst>
          <pc:docMk/>
          <pc:sldMk cId="2951688519" sldId="354"/>
        </pc:sldMkLst>
        <pc:spChg chg="mod">
          <ac:chgData name="K mohan Krishna" userId="79188a864fb7c07e" providerId="Windows Live" clId="Web-{6097E30F-687F-4B24-A014-7A630B180339}" dt="2025-12-30T16:49:55.119" v="149" actId="20577"/>
          <ac:spMkLst>
            <pc:docMk/>
            <pc:sldMk cId="2951688519" sldId="354"/>
            <ac:spMk id="2" creationId="{D2CD59CD-1242-F149-AB16-9D02E7C89131}"/>
          </ac:spMkLst>
        </pc:spChg>
        <pc:spChg chg="mod">
          <ac:chgData name="K mohan Krishna" userId="79188a864fb7c07e" providerId="Windows Live" clId="Web-{6097E30F-687F-4B24-A014-7A630B180339}" dt="2025-12-30T16:49:26.696" v="148" actId="20577"/>
          <ac:spMkLst>
            <pc:docMk/>
            <pc:sldMk cId="2951688519" sldId="354"/>
            <ac:spMk id="3" creationId="{79497D95-D925-3641-A715-DB7630E983B0}"/>
          </ac:spMkLst>
        </pc:spChg>
        <pc:spChg chg="add mod">
          <ac:chgData name="K mohan Krishna" userId="79188a864fb7c07e" providerId="Windows Live" clId="Web-{6097E30F-687F-4B24-A014-7A630B180339}" dt="2025-12-30T16:51:06.185" v="155" actId="14100"/>
          <ac:spMkLst>
            <pc:docMk/>
            <pc:sldMk cId="2951688519" sldId="354"/>
            <ac:spMk id="4" creationId="{A934D50E-1286-CB06-4071-8145216493F3}"/>
          </ac:spMkLst>
        </pc:spChg>
        <pc:spChg chg="add del mod">
          <ac:chgData name="K mohan Krishna" userId="79188a864fb7c07e" providerId="Windows Live" clId="Web-{6097E30F-687F-4B24-A014-7A630B180339}" dt="2025-12-30T16:57:33.578" v="167"/>
          <ac:spMkLst>
            <pc:docMk/>
            <pc:sldMk cId="2951688519" sldId="354"/>
            <ac:spMk id="6" creationId="{62D32F91-E76B-39E3-74E6-FD29B4B5F198}"/>
          </ac:spMkLst>
        </pc:spChg>
        <pc:picChg chg="del">
          <ac:chgData name="K mohan Krishna" userId="79188a864fb7c07e" providerId="Windows Live" clId="Web-{6097E30F-687F-4B24-A014-7A630B180339}" dt="2025-12-30T16:55:01.163" v="156"/>
          <ac:picMkLst>
            <pc:docMk/>
            <pc:sldMk cId="2951688519" sldId="354"/>
            <ac:picMk id="12" creationId="{D706CB74-85AE-44CE-A585-CEC5BBAAF4B7}"/>
          </ac:picMkLst>
        </pc:picChg>
      </pc:sldChg>
      <pc:sldChg chg="modSp">
        <pc:chgData name="K mohan Krishna" userId="79188a864fb7c07e" providerId="Windows Live" clId="Web-{6097E30F-687F-4B24-A014-7A630B180339}" dt="2025-12-30T16:47:35.959" v="143" actId="20577"/>
        <pc:sldMkLst>
          <pc:docMk/>
          <pc:sldMk cId="3451096961" sldId="356"/>
        </pc:sldMkLst>
        <pc:spChg chg="mod">
          <ac:chgData name="K mohan Krishna" userId="79188a864fb7c07e" providerId="Windows Live" clId="Web-{6097E30F-687F-4B24-A014-7A630B180339}" dt="2025-12-30T16:16:08.311" v="24" actId="20577"/>
          <ac:spMkLst>
            <pc:docMk/>
            <pc:sldMk cId="3451096961" sldId="356"/>
            <ac:spMk id="4" creationId="{5B7AEFB0-51F2-5449-996C-73382891D2F9}"/>
          </ac:spMkLst>
        </pc:spChg>
        <pc:spChg chg="mod">
          <ac:chgData name="K mohan Krishna" userId="79188a864fb7c07e" providerId="Windows Live" clId="Web-{6097E30F-687F-4B24-A014-7A630B180339}" dt="2025-12-30T16:47:35.959" v="143" actId="20577"/>
          <ac:spMkLst>
            <pc:docMk/>
            <pc:sldMk cId="3451096961" sldId="356"/>
            <ac:spMk id="5" creationId="{B0F6D6CF-8D73-6643-A348-53AAE29FD1C2}"/>
          </ac:spMkLst>
        </pc:spChg>
        <pc:picChg chg="mod">
          <ac:chgData name="K mohan Krishna" userId="79188a864fb7c07e" providerId="Windows Live" clId="Web-{6097E30F-687F-4B24-A014-7A630B180339}" dt="2025-12-30T16:16:27.468" v="26" actId="1076"/>
          <ac:picMkLst>
            <pc:docMk/>
            <pc:sldMk cId="3451096961" sldId="356"/>
            <ac:picMk id="6" creationId="{09C780CE-8C54-48A3-BDFB-269FD35E375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086365-1DE3-4206-8631-568DB8EFC2CA}" type="datetimeFigureOut">
              <a:rPr lang="en-US" smtClean="0"/>
              <a:t>12/30/2025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7E557C-9E66-43F1-9F87-179A985BA4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13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">
            <a:extLst>
              <a:ext uri="{FF2B5EF4-FFF2-40B4-BE49-F238E27FC236}">
                <a16:creationId xmlns:a16="http://schemas.microsoft.com/office/drawing/2014/main" id="{F9512BDE-EEA0-404B-8D45-8AA93D61DABC}"/>
              </a:ext>
            </a:extLst>
          </p:cNvPr>
          <p:cNvSpPr/>
          <p:nvPr userDrawn="1"/>
        </p:nvSpPr>
        <p:spPr>
          <a:xfrm flipH="1">
            <a:off x="-1" y="4450188"/>
            <a:ext cx="12192000" cy="2407811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11" name="Rectangle">
            <a:extLst>
              <a:ext uri="{FF2B5EF4-FFF2-40B4-BE49-F238E27FC236}">
                <a16:creationId xmlns:a16="http://schemas.microsoft.com/office/drawing/2014/main" id="{E1223535-0F2F-6340-80B9-0B5D9364A13F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cap="all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noProof="0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723584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">
            <a:extLst>
              <a:ext uri="{FF2B5EF4-FFF2-40B4-BE49-F238E27FC236}">
                <a16:creationId xmlns:a16="http://schemas.microsoft.com/office/drawing/2014/main" id="{2773E1D8-C87F-EE46-8284-575DCA498E81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2343884"/>
            <a:ext cx="10058400" cy="3760891"/>
          </a:xfrm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C429A40D-770E-C144-A5B5-6A4442C09C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0" y="942871"/>
            <a:ext cx="10058400" cy="12893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cap="all" baseline="0"/>
            </a:lvl1pPr>
          </a:lstStyle>
          <a:p>
            <a:r>
              <a:rPr lang="en-US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324070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Vidow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">
            <a:extLst>
              <a:ext uri="{FF2B5EF4-FFF2-40B4-BE49-F238E27FC236}">
                <a16:creationId xmlns:a16="http://schemas.microsoft.com/office/drawing/2014/main" id="{202A34A5-A029-A246-82C6-D288185EB396}"/>
              </a:ext>
            </a:extLst>
          </p:cNvPr>
          <p:cNvSpPr/>
          <p:nvPr userDrawn="1"/>
        </p:nvSpPr>
        <p:spPr>
          <a:xfrm flipH="1">
            <a:off x="0" y="0"/>
            <a:ext cx="3351057" cy="6858000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13" name="Rectangle">
            <a:extLst>
              <a:ext uri="{FF2B5EF4-FFF2-40B4-BE49-F238E27FC236}">
                <a16:creationId xmlns:a16="http://schemas.microsoft.com/office/drawing/2014/main" id="{2773E1D8-C87F-EE46-8284-575DCA498E81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097280" y="2459736"/>
            <a:ext cx="9912096" cy="3760891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Click to add video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C429A40D-770E-C144-A5B5-6A4442C09C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0" y="942871"/>
            <a:ext cx="10058400" cy="12893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cap="all" baseline="0"/>
            </a:lvl1pPr>
          </a:lstStyle>
          <a:p>
            <a:r>
              <a:rPr lang="en-US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645832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">
            <a:extLst>
              <a:ext uri="{FF2B5EF4-FFF2-40B4-BE49-F238E27FC236}">
                <a16:creationId xmlns:a16="http://schemas.microsoft.com/office/drawing/2014/main" id="{35FB147F-5DC4-B24C-B8CB-D3DA74290381}"/>
              </a:ext>
            </a:extLst>
          </p:cNvPr>
          <p:cNvSpPr/>
          <p:nvPr userDrawn="1"/>
        </p:nvSpPr>
        <p:spPr>
          <a:xfrm>
            <a:off x="1" y="3429000"/>
            <a:ext cx="12192000" cy="3429000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10" name="Rectangle">
            <a:extLst>
              <a:ext uri="{FF2B5EF4-FFF2-40B4-BE49-F238E27FC236}">
                <a16:creationId xmlns:a16="http://schemas.microsoft.com/office/drawing/2014/main" id="{A400A9BD-AA60-E24D-9FC2-722758C8C933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B9308E97-4F89-394E-856A-5B4EFCB2E73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97279" y="2163331"/>
            <a:ext cx="2919413" cy="2919413"/>
          </a:xfrm>
          <a:solidFill>
            <a:srgbClr val="EDEFF7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A50BECA0-8817-964B-AEDB-A45669684C3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59186" y="2163331"/>
            <a:ext cx="2919413" cy="2919413"/>
          </a:xfrm>
          <a:solidFill>
            <a:srgbClr val="EDEFF7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EF399F4D-B67A-4C4B-BCF3-36FE110603F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221093" y="2163331"/>
            <a:ext cx="2919413" cy="2919413"/>
          </a:xfrm>
          <a:solidFill>
            <a:srgbClr val="EDEFF7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08305C84-E25F-EC49-8F2B-4C0181FD3AB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097279" y="5257321"/>
            <a:ext cx="2919413" cy="583534"/>
          </a:xfrm>
        </p:spPr>
        <p:txBody>
          <a:bodyPr lIns="91440" rIns="91440" anchor="ctr">
            <a:normAutofit/>
          </a:bodyPr>
          <a:lstStyle>
            <a:lvl1pPr marL="0" indent="0" algn="ctr">
              <a:buNone/>
              <a:defRPr sz="18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Name Goes Here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A57A1FCE-E6BF-3747-9D43-42DBA6656EC0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4666773" y="5257321"/>
            <a:ext cx="2919413" cy="583534"/>
          </a:xfrm>
        </p:spPr>
        <p:txBody>
          <a:bodyPr lIns="91440" rIns="91440" anchor="ctr">
            <a:normAutofit/>
          </a:bodyPr>
          <a:lstStyle>
            <a:lvl1pPr marL="0" indent="0" algn="ctr">
              <a:buNone/>
              <a:defRPr sz="18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Name Goes Here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5B4B74C8-96E7-684F-91B9-8CE56CD10F1E}"/>
              </a:ext>
            </a:extLst>
          </p:cNvPr>
          <p:cNvSpPr>
            <a:spLocks noGrp="1"/>
          </p:cNvSpPr>
          <p:nvPr>
            <p:ph type="body" sz="half" idx="17" hasCustomPrompt="1"/>
          </p:nvPr>
        </p:nvSpPr>
        <p:spPr>
          <a:xfrm>
            <a:off x="8236267" y="5257321"/>
            <a:ext cx="2919413" cy="583534"/>
          </a:xfrm>
        </p:spPr>
        <p:txBody>
          <a:bodyPr lIns="91440" rIns="91440" anchor="ctr">
            <a:normAutofit/>
          </a:bodyPr>
          <a:lstStyle>
            <a:lvl1pPr marL="0" indent="0" algn="ctr">
              <a:buNone/>
              <a:defRPr sz="18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Name Goes Here</a:t>
            </a:r>
          </a:p>
        </p:txBody>
      </p:sp>
      <p:sp>
        <p:nvSpPr>
          <p:cNvPr id="25" name="Title Placeholder 1">
            <a:extLst>
              <a:ext uri="{FF2B5EF4-FFF2-40B4-BE49-F238E27FC236}">
                <a16:creationId xmlns:a16="http://schemas.microsoft.com/office/drawing/2014/main" id="{D522564E-B348-544F-A8E5-CFCAFA48B5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0" y="1268337"/>
            <a:ext cx="10058400" cy="587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cap="all" baseline="0"/>
            </a:lvl1pPr>
          </a:lstStyle>
          <a:p>
            <a:r>
              <a:rPr lang="en-US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188907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05BFC727-5650-B049-AA2A-2511C08FB35B}"/>
              </a:ext>
            </a:extLst>
          </p:cNvPr>
          <p:cNvSpPr/>
          <p:nvPr userDrawn="1"/>
        </p:nvSpPr>
        <p:spPr>
          <a:xfrm flipH="1">
            <a:off x="0" y="0"/>
            <a:ext cx="1195754" cy="6858000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E700C598-C823-744D-BE16-5114B7625057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1BED569-C9C5-8F4D-A42A-ED4914579D6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24550" y="633875"/>
            <a:ext cx="5632450" cy="5591175"/>
          </a:xfrm>
          <a:solidFill>
            <a:schemeClr val="tx2"/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ACB6E588-2EB7-9A41-A93A-7757596EF9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0" y="942870"/>
            <a:ext cx="4157296" cy="12927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cap="all" baseline="0"/>
            </a:lvl1pPr>
          </a:lstStyle>
          <a:p>
            <a:r>
              <a:rPr lang="en-US" noProof="0" dirty="0"/>
              <a:t>Title goes here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A6C0FE70-F6BB-3D40-AD3C-E704CABE49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7280" y="2281657"/>
            <a:ext cx="4157296" cy="3633471"/>
          </a:xfrm>
        </p:spPr>
        <p:txBody>
          <a:bodyPr>
            <a:normAutofit/>
          </a:bodyPr>
          <a:lstStyle>
            <a:lvl1pPr marL="0" indent="0">
              <a:buClr>
                <a:schemeClr val="tx1"/>
              </a:buClr>
              <a:buNone/>
              <a:defRPr sz="1600">
                <a:solidFill>
                  <a:schemeClr val="tx1"/>
                </a:solidFill>
              </a:defRPr>
            </a:lvl1pPr>
            <a:lvl2pPr marL="201168" indent="0">
              <a:buClr>
                <a:schemeClr val="tx1"/>
              </a:buClr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2pPr>
            <a:lvl3pPr marL="384048" indent="0">
              <a:buClr>
                <a:schemeClr val="tx1"/>
              </a:buClr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3pPr>
            <a:lvl4pPr marL="566928" indent="0">
              <a:buClr>
                <a:schemeClr val="tx1"/>
              </a:buClr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4pPr>
            <a:lvl5pPr marL="749808" indent="0">
              <a:buClr>
                <a:schemeClr val="tx1"/>
              </a:buClr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01714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noProof="0" smtClean="0"/>
              <a:t>12/30/2025</a:t>
            </a:fld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0AB10FFC-D586-994D-8D3D-F4042255CB72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C7B0C08A-E831-D242-B2CE-2DEB004F982F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05C2191-88F7-4148-96FD-E129F707E038}"/>
              </a:ext>
            </a:extLst>
          </p:cNvPr>
          <p:cNvCxnSpPr/>
          <p:nvPr userDrawn="1"/>
        </p:nvCxnSpPr>
        <p:spPr>
          <a:xfrm>
            <a:off x="6818393" y="999565"/>
            <a:ext cx="0" cy="48588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61FB2196-E251-5A40-86F7-6092CEBFA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5000" y="3135207"/>
            <a:ext cx="5460992" cy="5875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4800" cap="all" baseline="0"/>
            </a:lvl1pPr>
          </a:lstStyle>
          <a:p>
            <a:r>
              <a:rPr lang="en-US" noProof="0" dirty="0"/>
              <a:t>Title goes here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C2FACD1B-0D9C-A547-98A0-D66C341D3D7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540794" y="831286"/>
            <a:ext cx="4016206" cy="5195425"/>
          </a:xfrm>
        </p:spPr>
        <p:txBody>
          <a:bodyPr anchor="ctr">
            <a:normAutofit/>
          </a:bodyPr>
          <a:lstStyle>
            <a:lvl1pPr marL="342900" indent="-342900">
              <a:buClr>
                <a:schemeClr val="tx1"/>
              </a:buClr>
              <a:buFont typeface="+mj-lt"/>
              <a:buAutoNum type="arabicPeriod"/>
              <a:defRPr sz="1600">
                <a:solidFill>
                  <a:schemeClr val="tx1"/>
                </a:solidFill>
              </a:defRPr>
            </a:lvl1pPr>
            <a:lvl2pPr marL="544068" indent="-342900">
              <a:buClr>
                <a:schemeClr val="tx1"/>
              </a:buClr>
              <a:buFont typeface="+mj-lt"/>
              <a:buAutoNum type="arabicPeriod"/>
              <a:defRPr sz="1400"/>
            </a:lvl2pPr>
            <a:lvl3pPr marL="612648" indent="-228600">
              <a:buClr>
                <a:schemeClr val="tx1"/>
              </a:buClr>
              <a:buFont typeface="+mj-lt"/>
              <a:buAutoNum type="arabicPeriod"/>
              <a:defRPr sz="1100"/>
            </a:lvl3pPr>
            <a:lvl4pPr marL="795528" indent="-228600">
              <a:buClr>
                <a:schemeClr val="tx1"/>
              </a:buClr>
              <a:buFont typeface="+mj-lt"/>
              <a:buAutoNum type="arabicPeriod"/>
              <a:defRPr sz="1100"/>
            </a:lvl4pPr>
            <a:lvl5pPr marL="978408" indent="-228600">
              <a:buClr>
                <a:schemeClr val="tx1"/>
              </a:buClr>
              <a:buFont typeface="+mj-lt"/>
              <a:buAutoNum type="arabicPeriod"/>
              <a:defRPr sz="1100"/>
            </a:lvl5pPr>
          </a:lstStyle>
          <a:p>
            <a:pPr lvl="0"/>
            <a:r>
              <a:rPr lang="en-US" noProof="0" dirty="0"/>
              <a:t>Quote Goes Here</a:t>
            </a:r>
          </a:p>
        </p:txBody>
      </p:sp>
    </p:spTree>
    <p:extLst>
      <p:ext uri="{BB962C8B-B14F-4D97-AF65-F5344CB8AC3E}">
        <p14:creationId xmlns:p14="http://schemas.microsoft.com/office/powerpoint/2010/main" val="4184935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noProof="0" smtClean="0"/>
              <a:t>12/30/2025</a:t>
            </a:fld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AA314B25-B4AF-394E-BBDA-7E6BAD315F39}"/>
              </a:ext>
            </a:extLst>
          </p:cNvPr>
          <p:cNvSpPr/>
          <p:nvPr userDrawn="1"/>
        </p:nvSpPr>
        <p:spPr>
          <a:xfrm>
            <a:off x="3351057" y="0"/>
            <a:ext cx="8840943" cy="6858000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737575EF-0D14-6140-A91B-260C9C9DFE41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82544261-8049-494B-A93D-BDFF1BB847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5000" y="3135207"/>
            <a:ext cx="4886854" cy="587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cap="all" baseline="0"/>
            </a:lvl1pPr>
          </a:lstStyle>
          <a:p>
            <a:r>
              <a:rPr lang="en-US" noProof="0"/>
              <a:t>Title goes here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9214786D-83EE-814C-A5E4-D0EC7D29D0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75829" y="633875"/>
            <a:ext cx="5981171" cy="5590250"/>
          </a:xfrm>
        </p:spPr>
        <p:txBody>
          <a:bodyPr anchor="ctr">
            <a:normAutofit/>
          </a:bodyPr>
          <a:lstStyle>
            <a:lvl1pPr marL="342900" indent="-342900">
              <a:lnSpc>
                <a:spcPts val="2000"/>
              </a:lnSpc>
              <a:buClr>
                <a:schemeClr val="tx1"/>
              </a:buClr>
              <a:buFont typeface="+mj-lt"/>
              <a:buAutoNum type="arabicPeriod"/>
              <a:defRPr sz="1600">
                <a:solidFill>
                  <a:schemeClr val="tx1"/>
                </a:solidFill>
              </a:defRPr>
            </a:lvl1pPr>
            <a:lvl2pPr marL="544068" indent="-342900">
              <a:lnSpc>
                <a:spcPts val="2000"/>
              </a:lnSpc>
              <a:buClr>
                <a:schemeClr val="tx1"/>
              </a:buClr>
              <a:buFont typeface="+mj-lt"/>
              <a:buAutoNum type="arabicPeriod"/>
              <a:defRPr sz="1600">
                <a:solidFill>
                  <a:schemeClr val="tx1"/>
                </a:solidFill>
              </a:defRPr>
            </a:lvl2pPr>
            <a:lvl3pPr marL="612648" indent="-228600">
              <a:lnSpc>
                <a:spcPts val="2000"/>
              </a:lnSpc>
              <a:buClr>
                <a:schemeClr val="tx1"/>
              </a:buClr>
              <a:buFont typeface="+mj-lt"/>
              <a:buAutoNum type="arabicPeriod"/>
              <a:defRPr sz="1600">
                <a:solidFill>
                  <a:schemeClr val="tx1"/>
                </a:solidFill>
              </a:defRPr>
            </a:lvl3pPr>
            <a:lvl4pPr marL="795528" indent="-228600">
              <a:lnSpc>
                <a:spcPts val="2000"/>
              </a:lnSpc>
              <a:buClr>
                <a:schemeClr val="tx1"/>
              </a:buClr>
              <a:buFont typeface="+mj-lt"/>
              <a:buAutoNum type="arabicPeriod"/>
              <a:defRPr sz="1600">
                <a:solidFill>
                  <a:schemeClr val="tx1"/>
                </a:solidFill>
              </a:defRPr>
            </a:lvl4pPr>
            <a:lvl5pPr marL="978408" indent="-228600">
              <a:lnSpc>
                <a:spcPts val="2000"/>
              </a:lnSpc>
              <a:buClr>
                <a:schemeClr val="tx1"/>
              </a:buClr>
              <a:buFont typeface="+mj-lt"/>
              <a:buAutoNum type="arabicPeriod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79185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2E148DD3-DD87-154B-80B4-2421965D3C83}"/>
              </a:ext>
            </a:extLst>
          </p:cNvPr>
          <p:cNvSpPr/>
          <p:nvPr userDrawn="1"/>
        </p:nvSpPr>
        <p:spPr>
          <a:xfrm>
            <a:off x="1" y="1714500"/>
            <a:ext cx="12192000" cy="3429000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742E4732-0E8F-7B46-BD08-0F2EE0DA8786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6E73F81A-7260-5C4F-A7FF-CA2CC731BC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43870" y="1283833"/>
            <a:ext cx="5711810" cy="587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CD13CD4-3E4F-2E41-ACF4-2446257D23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43870" y="2286000"/>
            <a:ext cx="5711810" cy="3630168"/>
          </a:xfrm>
        </p:spPr>
        <p:txBody>
          <a:bodyPr>
            <a:normAutofit/>
          </a:bodyPr>
          <a:lstStyle>
            <a:lvl1pPr>
              <a:buClr>
                <a:schemeClr val="tx1"/>
              </a:buClr>
              <a:defRPr sz="1600">
                <a:solidFill>
                  <a:schemeClr val="tx1"/>
                </a:solidFill>
              </a:defRPr>
            </a:lvl1pPr>
            <a:lvl2pPr marL="384048" indent="-182880"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566928" indent="-182880">
              <a:buClr>
                <a:schemeClr val="tx1"/>
              </a:buClr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</a:defRPr>
            </a:lvl3pPr>
            <a:lvl4pPr marL="749808" indent="-182880">
              <a:buClr>
                <a:schemeClr val="tx1"/>
              </a:buClr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</a:defRPr>
            </a:lvl4pPr>
            <a:lvl5pPr marL="932688" indent="-182880">
              <a:buClr>
                <a:schemeClr val="tx1"/>
              </a:buClr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D8E69886-8907-DB47-87C2-0621AF156D9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05170" y="630936"/>
            <a:ext cx="4589130" cy="5586984"/>
          </a:xfrm>
          <a:solidFill>
            <a:srgbClr val="EDEFF7"/>
          </a:solidFill>
        </p:spPr>
        <p:txBody>
          <a:bodyPr>
            <a:normAutofit/>
          </a:bodyPr>
          <a:lstStyle>
            <a:lvl1pPr>
              <a:buClr>
                <a:schemeClr val="tx1"/>
              </a:buClr>
              <a:defRPr sz="1600">
                <a:solidFill>
                  <a:schemeClr val="tx1"/>
                </a:solidFill>
              </a:defRPr>
            </a:lvl1pPr>
            <a:lvl2pPr marL="384048" indent="-182880"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566928" indent="-182880">
              <a:buClr>
                <a:schemeClr val="tx1"/>
              </a:buClr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</a:defRPr>
            </a:lvl3pPr>
            <a:lvl4pPr marL="749808" indent="-182880">
              <a:buClr>
                <a:schemeClr val="tx1"/>
              </a:buClr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</a:defRPr>
            </a:lvl4pPr>
            <a:lvl5pPr marL="932688" indent="-182880">
              <a:buClr>
                <a:schemeClr val="tx1"/>
              </a:buClr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263102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">
            <a:extLst>
              <a:ext uri="{FF2B5EF4-FFF2-40B4-BE49-F238E27FC236}">
                <a16:creationId xmlns:a16="http://schemas.microsoft.com/office/drawing/2014/main" id="{9C88DF2D-0421-A94C-82C1-867E1E5E4907}"/>
              </a:ext>
            </a:extLst>
          </p:cNvPr>
          <p:cNvSpPr/>
          <p:nvPr userDrawn="1"/>
        </p:nvSpPr>
        <p:spPr>
          <a:xfrm>
            <a:off x="10993582" y="0"/>
            <a:ext cx="1198418" cy="6858000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10" name="Rectangle">
            <a:extLst>
              <a:ext uri="{FF2B5EF4-FFF2-40B4-BE49-F238E27FC236}">
                <a16:creationId xmlns:a16="http://schemas.microsoft.com/office/drawing/2014/main" id="{334D05A3-7A20-9447-8D39-F2980D85413A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634999" y="3927894"/>
            <a:ext cx="10922000" cy="2326856"/>
          </a:xfrm>
          <a:prstGeom prst="rect">
            <a:avLst/>
          </a:prstGeom>
          <a:solidFill>
            <a:srgbClr val="F6F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35001" y="630936"/>
            <a:ext cx="10921998" cy="3294019"/>
          </a:xfrm>
          <a:solidFill>
            <a:schemeClr val="bg1"/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298078"/>
            <a:ext cx="10113645" cy="743682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213716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46387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">
            <a:extLst>
              <a:ext uri="{FF2B5EF4-FFF2-40B4-BE49-F238E27FC236}">
                <a16:creationId xmlns:a16="http://schemas.microsoft.com/office/drawing/2014/main" id="{1552108B-1F90-0044-A7D4-0956E919F29A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942871"/>
            <a:ext cx="10058400" cy="587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noProof="0" smtClean="0"/>
              <a:t>12/30/2025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94360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93" r:id="rId3"/>
    <p:sldLayoutId id="2147483688" r:id="rId4"/>
    <p:sldLayoutId id="2147483692" r:id="rId5"/>
    <p:sldLayoutId id="2147483691" r:id="rId6"/>
    <p:sldLayoutId id="2147483690" r:id="rId7"/>
    <p:sldLayoutId id="2147483689" r:id="rId8"/>
    <p:sldLayoutId id="2147483683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B7AEFB0-51F2-5449-996C-73382891D2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5179534" cy="3566160"/>
          </a:xfrm>
        </p:spPr>
        <p:txBody>
          <a:bodyPr anchor="b">
            <a:normAutofit/>
          </a:bodyPr>
          <a:lstStyle/>
          <a:p>
            <a:r>
              <a:rPr lang="en-US" sz="6000" dirty="0"/>
              <a:t>HANGMAN GAME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0F6D6CF-8D73-6643-A348-53AAE29FD1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dirty="0">
                <a:solidFill>
                  <a:srgbClr val="002060"/>
                </a:solidFill>
              </a:rPr>
              <a:t>PYTHON PROJECT</a:t>
            </a:r>
          </a:p>
        </p:txBody>
      </p:sp>
      <p:pic>
        <p:nvPicPr>
          <p:cNvPr id="6" name="Content Placeholder 6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09C780CE-8C54-48A3-BDFB-269FD35E37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401469" y="637585"/>
            <a:ext cx="3756679" cy="5582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096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91F52C-47D7-432A-87D0-D88597D07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942871"/>
            <a:ext cx="10058400" cy="1706838"/>
          </a:xfrm>
        </p:spPr>
        <p:txBody>
          <a:bodyPr/>
          <a:lstStyle/>
          <a:p>
            <a:r>
              <a:rPr lang="en-US" dirty="0">
                <a:solidFill>
                  <a:srgbClr val="B317A6"/>
                </a:solidFill>
              </a:rPr>
              <a:t>Introduction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517D772-EB16-4FBD-9504-365672A153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>
              <a:lnSpc>
                <a:spcPts val="2000"/>
              </a:lnSpc>
            </a:pPr>
            <a:r>
              <a:rPr lang="en-US" sz="1600" dirty="0">
                <a:ea typeface="+mn-lt"/>
                <a:cs typeface="+mn-lt"/>
              </a:rPr>
              <a:t>The </a:t>
            </a:r>
            <a:r>
              <a:rPr lang="en-US" sz="1600" b="1" dirty="0">
                <a:ea typeface="+mn-lt"/>
                <a:cs typeface="+mn-lt"/>
              </a:rPr>
              <a:t>Hangman Game</a:t>
            </a:r>
            <a:r>
              <a:rPr lang="en-US" sz="1600" dirty="0">
                <a:ea typeface="+mn-lt"/>
                <a:cs typeface="+mn-lt"/>
              </a:rPr>
              <a:t> is a classic and popular word-guessing game that tests a player’s vocabulary, logic, and problem-solving skills. In this game, the player attempts to guess a hidden word by suggesting one letter at a time. Each correct guess reveals the position of the letter in the word, while each incorrect guess brings the player closer to losing the game by completing a hangman figure.</a:t>
            </a:r>
            <a:endParaRPr lang="en-US" sz="1600" dirty="0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1. </a:t>
            </a:r>
            <a:r>
              <a:rPr lang="en-US" sz="1600" dirty="0">
                <a:ea typeface="+mn-lt"/>
                <a:cs typeface="+mn-lt"/>
              </a:rPr>
              <a:t>This project is a </a:t>
            </a:r>
            <a:r>
              <a:rPr lang="en-US" sz="1600" b="1" dirty="0">
                <a:ea typeface="+mn-lt"/>
                <a:cs typeface="+mn-lt"/>
              </a:rPr>
              <a:t>graphical Hangman game</a:t>
            </a:r>
            <a:r>
              <a:rPr lang="en-US" sz="1600" dirty="0">
                <a:ea typeface="+mn-lt"/>
                <a:cs typeface="+mn-lt"/>
              </a:rPr>
              <a:t> developed using </a:t>
            </a:r>
            <a:r>
              <a:rPr lang="en-US" sz="1600" b="1" dirty="0">
                <a:ea typeface="+mn-lt"/>
                <a:cs typeface="+mn-lt"/>
              </a:rPr>
              <a:t>Python and </a:t>
            </a:r>
            <a:r>
              <a:rPr lang="en-US" sz="1600" b="1" dirty="0" err="1">
                <a:ea typeface="+mn-lt"/>
                <a:cs typeface="+mn-lt"/>
              </a:rPr>
              <a:t>Tkinter</a:t>
            </a:r>
            <a:r>
              <a:rPr lang="en-US" sz="1600" dirty="0">
                <a:ea typeface="+mn-lt"/>
                <a:cs typeface="+mn-lt"/>
              </a:rPr>
              <a:t>.</a:t>
            </a:r>
            <a:endParaRPr lang="en-US" sz="1600" dirty="0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2 .</a:t>
            </a:r>
            <a:r>
              <a:rPr lang="en-US" sz="1600" dirty="0">
                <a:ea typeface="+mn-lt"/>
                <a:cs typeface="+mn-lt"/>
              </a:rPr>
              <a:t>The game challenges players to </a:t>
            </a:r>
            <a:r>
              <a:rPr lang="en-US" sz="1600" b="1" dirty="0">
                <a:ea typeface="+mn-lt"/>
                <a:cs typeface="+mn-lt"/>
              </a:rPr>
              <a:t>guess a hidden word letter by letter</a:t>
            </a:r>
            <a:r>
              <a:rPr lang="en-US" sz="1600" dirty="0">
                <a:ea typeface="+mn-lt"/>
                <a:cs typeface="+mn-lt"/>
              </a:rPr>
              <a:t> before the hangman figure is completed.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3 </a:t>
            </a:r>
            <a:r>
              <a:rPr lang="en-US" sz="1600" dirty="0">
                <a:ea typeface="+mn-lt"/>
                <a:cs typeface="+mn-lt"/>
              </a:rPr>
              <a:t>.It includes </a:t>
            </a:r>
            <a:r>
              <a:rPr lang="en-US" sz="1600" b="1" dirty="0">
                <a:ea typeface="+mn-lt"/>
                <a:cs typeface="+mn-lt"/>
              </a:rPr>
              <a:t>difficulty levels (Easy, Medium, Hard)</a:t>
            </a:r>
            <a:r>
              <a:rPr lang="en-US" sz="1600" dirty="0">
                <a:ea typeface="+mn-lt"/>
                <a:cs typeface="+mn-lt"/>
              </a:rPr>
              <a:t>, </a:t>
            </a:r>
            <a:r>
              <a:rPr lang="en-US" sz="1600" b="1" dirty="0">
                <a:ea typeface="+mn-lt"/>
                <a:cs typeface="+mn-lt"/>
              </a:rPr>
              <a:t>sound effects</a:t>
            </a:r>
            <a:r>
              <a:rPr lang="en-US" sz="1600" dirty="0">
                <a:ea typeface="+mn-lt"/>
                <a:cs typeface="+mn-lt"/>
              </a:rPr>
              <a:t>, </a:t>
            </a:r>
            <a:r>
              <a:rPr lang="en-US" sz="1600" b="1" dirty="0">
                <a:ea typeface="+mn-lt"/>
                <a:cs typeface="+mn-lt"/>
              </a:rPr>
              <a:t>background music</a:t>
            </a:r>
            <a:r>
              <a:rPr lang="en-US" sz="1600" dirty="0">
                <a:ea typeface="+mn-lt"/>
                <a:cs typeface="+mn-lt"/>
              </a:rPr>
              <a:t>, and a </a:t>
            </a:r>
            <a:r>
              <a:rPr lang="en-US" sz="1600" b="1" dirty="0">
                <a:ea typeface="+mn-lt"/>
                <a:cs typeface="+mn-lt"/>
              </a:rPr>
              <a:t>scoring system</a:t>
            </a:r>
            <a:r>
              <a:rPr lang="en-US" sz="1600" dirty="0">
                <a:ea typeface="+mn-lt"/>
                <a:cs typeface="+mn-lt"/>
              </a:rPr>
              <a:t>.</a:t>
            </a:r>
            <a:endParaRPr lang="en-US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4 </a:t>
            </a:r>
            <a:r>
              <a:rPr lang="en-US" sz="1600" dirty="0">
                <a:ea typeface="+mn-lt"/>
                <a:cs typeface="+mn-lt"/>
              </a:rPr>
              <a:t>.The application uses a </a:t>
            </a:r>
            <a:r>
              <a:rPr lang="en-US" sz="1600" b="1" dirty="0">
                <a:ea typeface="+mn-lt"/>
                <a:cs typeface="+mn-lt"/>
              </a:rPr>
              <a:t>modern dark-themed UI</a:t>
            </a:r>
            <a:r>
              <a:rPr lang="en-US" sz="1600" dirty="0">
                <a:ea typeface="+mn-lt"/>
                <a:cs typeface="+mn-lt"/>
              </a:rPr>
              <a:t> with animations and real-time feedback.</a:t>
            </a:r>
            <a:endParaRPr lang="en-US" dirty="0"/>
          </a:p>
          <a:p>
            <a:pPr>
              <a:lnSpc>
                <a:spcPts val="2000"/>
              </a:lnSpc>
            </a:pPr>
            <a:endParaRPr lang="en-US" sz="1600" dirty="0"/>
          </a:p>
          <a:p>
            <a:pPr marL="0" indent="0">
              <a:lnSpc>
                <a:spcPts val="2000"/>
              </a:lnSpc>
              <a:buNone/>
            </a:pPr>
            <a:endParaRPr lang="en-US" sz="1600" dirty="0"/>
          </a:p>
          <a:p>
            <a:pPr>
              <a:lnSpc>
                <a:spcPts val="2000"/>
              </a:lnSpc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323782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F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55BA9AC8-EA60-644D-9DDA-B76203EA1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Technologies &amp; Key Features</a:t>
            </a:r>
            <a:endParaRPr lang="en-US" dirty="0">
              <a:solidFill>
                <a:srgbClr val="7030A0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8E7591AD-81F4-2E45-AE36-F4DA40C190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23637" y="602560"/>
            <a:ext cx="6022924" cy="5632004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92D050"/>
                </a:solidFill>
              </a:rPr>
              <a:t> </a:t>
            </a:r>
            <a:r>
              <a:rPr lang="en-US" sz="1800" b="1" dirty="0">
                <a:solidFill>
                  <a:srgbClr val="92D050"/>
                </a:solidFill>
              </a:rPr>
              <a:t> Technologies Used:</a:t>
            </a:r>
            <a:endParaRPr lang="en-US" sz="1800">
              <a:solidFill>
                <a:srgbClr val="92D050"/>
              </a:solidFill>
            </a:endParaRPr>
          </a:p>
          <a:p>
            <a:r>
              <a:rPr lang="en-US" sz="1800" b="1" dirty="0">
                <a:ea typeface="+mn-lt"/>
                <a:cs typeface="+mn-lt"/>
              </a:rPr>
              <a:t>Python</a:t>
            </a:r>
            <a:r>
              <a:rPr lang="en-US" sz="1800" dirty="0">
                <a:ea typeface="+mn-lt"/>
                <a:cs typeface="+mn-lt"/>
              </a:rPr>
              <a:t> – Core programming language</a:t>
            </a:r>
            <a:endParaRPr lang="en-US" sz="1800"/>
          </a:p>
          <a:p>
            <a:r>
              <a:rPr lang="en-US" sz="1800" b="1" dirty="0" err="1">
                <a:ea typeface="+mn-lt"/>
                <a:cs typeface="+mn-lt"/>
              </a:rPr>
              <a:t>Tkinter</a:t>
            </a:r>
            <a:r>
              <a:rPr lang="en-US" sz="1800" dirty="0">
                <a:ea typeface="+mn-lt"/>
                <a:cs typeface="+mn-lt"/>
              </a:rPr>
              <a:t> – GUI development</a:t>
            </a:r>
            <a:endParaRPr lang="en-US" sz="1800"/>
          </a:p>
          <a:p>
            <a:r>
              <a:rPr lang="en-US" sz="1800" b="1" dirty="0">
                <a:ea typeface="+mn-lt"/>
                <a:cs typeface="+mn-lt"/>
              </a:rPr>
              <a:t>Requests</a:t>
            </a:r>
            <a:r>
              <a:rPr lang="en-US" sz="1800" dirty="0">
                <a:ea typeface="+mn-lt"/>
                <a:cs typeface="+mn-lt"/>
              </a:rPr>
              <a:t> – Fetching random words from an online API</a:t>
            </a:r>
            <a:endParaRPr lang="en-US" sz="1800"/>
          </a:p>
          <a:p>
            <a:r>
              <a:rPr lang="en-US" sz="1800" b="1" dirty="0" err="1">
                <a:ea typeface="+mn-lt"/>
                <a:cs typeface="+mn-lt"/>
              </a:rPr>
              <a:t>Winsound</a:t>
            </a:r>
            <a:r>
              <a:rPr lang="en-US" sz="1800" b="1" dirty="0">
                <a:ea typeface="+mn-lt"/>
                <a:cs typeface="+mn-lt"/>
              </a:rPr>
              <a:t> &amp; Threading</a:t>
            </a:r>
            <a:r>
              <a:rPr lang="en-US" sz="1800" dirty="0">
                <a:ea typeface="+mn-lt"/>
                <a:cs typeface="+mn-lt"/>
              </a:rPr>
              <a:t> – Sound effects and background music</a:t>
            </a:r>
            <a:endParaRPr lang="en-US" sz="1800"/>
          </a:p>
          <a:p>
            <a:r>
              <a:rPr lang="en-US" sz="1800" b="1" dirty="0">
                <a:ea typeface="+mn-lt"/>
                <a:cs typeface="+mn-lt"/>
              </a:rPr>
              <a:t>OS Module</a:t>
            </a:r>
            <a:r>
              <a:rPr lang="en-US" sz="1800" dirty="0">
                <a:ea typeface="+mn-lt"/>
                <a:cs typeface="+mn-lt"/>
              </a:rPr>
              <a:t> – High score file handling</a:t>
            </a:r>
            <a:endParaRPr lang="en-US" sz="1800"/>
          </a:p>
          <a:p>
            <a:pPr marL="0" indent="0">
              <a:lnSpc>
                <a:spcPts val="2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6898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F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00900CD-B943-934F-857F-30AA913FE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>
                    <a:lumMod val="49000"/>
                  </a:schemeClr>
                </a:solidFill>
                <a:ea typeface="+mj-lt"/>
                <a:cs typeface="+mj-lt"/>
              </a:rPr>
              <a:t>Key Features</a:t>
            </a:r>
            <a:endParaRPr lang="en-US" dirty="0">
              <a:solidFill>
                <a:schemeClr val="accent2">
                  <a:lumMod val="49000"/>
                </a:schemeClr>
              </a:solidFill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A09EEBC-5E2C-D240-A5D6-6952B8392E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7280" y="2239904"/>
            <a:ext cx="5002803" cy="2620951"/>
          </a:xfrm>
        </p:spPr>
        <p:txBody>
          <a:bodyPr vert="horz" lIns="0" tIns="45720" rIns="0" bIns="45720" rtlCol="0" anchor="t">
            <a:normAutofit/>
          </a:bodyPr>
          <a:lstStyle/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ea typeface="+mn-lt"/>
                <a:cs typeface="+mn-lt"/>
              </a:rPr>
              <a:t>✔ Difficulty Levels (Easy / Medium / Hard)</a:t>
            </a:r>
            <a:br>
              <a:rPr lang="en-US" sz="1800" dirty="0">
                <a:ea typeface="+mn-lt"/>
                <a:cs typeface="+mn-lt"/>
              </a:rPr>
            </a:br>
            <a:r>
              <a:rPr lang="en-US" sz="1800" dirty="0">
                <a:ea typeface="+mn-lt"/>
                <a:cs typeface="+mn-lt"/>
              </a:rPr>
              <a:t> ✔ Real-time letter guessing</a:t>
            </a:r>
            <a:br>
              <a:rPr lang="en-US" sz="1800" dirty="0">
                <a:ea typeface="+mn-lt"/>
                <a:cs typeface="+mn-lt"/>
              </a:rPr>
            </a:br>
            <a:r>
              <a:rPr lang="en-US" sz="1800" dirty="0">
                <a:ea typeface="+mn-lt"/>
                <a:cs typeface="+mn-lt"/>
              </a:rPr>
              <a:t> ✔ Animated hangman drawing</a:t>
            </a:r>
            <a:br>
              <a:rPr lang="en-US" sz="1800" dirty="0">
                <a:ea typeface="+mn-lt"/>
                <a:cs typeface="+mn-lt"/>
              </a:rPr>
            </a:br>
            <a:r>
              <a:rPr lang="en-US" sz="1800" dirty="0">
                <a:ea typeface="+mn-lt"/>
                <a:cs typeface="+mn-lt"/>
              </a:rPr>
              <a:t> ✔ Sound effects for correct &amp; wrong guesses</a:t>
            </a:r>
            <a:br>
              <a:rPr lang="en-US" sz="1800" dirty="0">
                <a:ea typeface="+mn-lt"/>
                <a:cs typeface="+mn-lt"/>
              </a:rPr>
            </a:br>
            <a:r>
              <a:rPr lang="en-US" sz="1800" dirty="0">
                <a:ea typeface="+mn-lt"/>
                <a:cs typeface="+mn-lt"/>
              </a:rPr>
              <a:t> ✔ Background music toggle</a:t>
            </a:r>
            <a:br>
              <a:rPr lang="en-US" sz="1800" dirty="0">
                <a:ea typeface="+mn-lt"/>
                <a:cs typeface="+mn-lt"/>
              </a:rPr>
            </a:br>
            <a:r>
              <a:rPr lang="en-US" sz="1800" dirty="0">
                <a:ea typeface="+mn-lt"/>
                <a:cs typeface="+mn-lt"/>
              </a:rPr>
              <a:t> ✔ Score &amp; High Score tracking</a:t>
            </a:r>
            <a:br>
              <a:rPr lang="en-US" sz="1800" dirty="0">
                <a:ea typeface="+mn-lt"/>
                <a:cs typeface="+mn-lt"/>
              </a:rPr>
            </a:br>
            <a:r>
              <a:rPr lang="en-US" sz="1800" dirty="0">
                <a:ea typeface="+mn-lt"/>
                <a:cs typeface="+mn-lt"/>
              </a:rPr>
              <a:t> ✔ Automatic word reveal on game over</a:t>
            </a:r>
            <a:endParaRPr lang="en-US" sz="1800"/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27" name="Picture Placeholder 26" descr="A black and white image of a person standing on a stand&#10;&#10;AI-generated content may be incorrect.">
            <a:extLst>
              <a:ext uri="{FF2B5EF4-FFF2-40B4-BE49-F238E27FC236}">
                <a16:creationId xmlns:a16="http://schemas.microsoft.com/office/drawing/2014/main" id="{1E23C3D4-3265-654A-93D6-FE4FDACECE7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/>
          <a:stretch/>
        </p:blipFill>
        <p:spPr>
          <a:xfrm>
            <a:off x="7379649" y="1592208"/>
            <a:ext cx="3515565" cy="4488699"/>
          </a:xfrm>
        </p:spPr>
      </p:pic>
    </p:spTree>
    <p:extLst>
      <p:ext uri="{BB962C8B-B14F-4D97-AF65-F5344CB8AC3E}">
        <p14:creationId xmlns:p14="http://schemas.microsoft.com/office/powerpoint/2010/main" val="1255359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D59CD-1242-F149-AB16-9D02E7C89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3870" y="942871"/>
            <a:ext cx="5711810" cy="1289304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How the Game Works: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97D95-D925-3641-A715-DB7630E98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43870" y="2286000"/>
            <a:ext cx="5711810" cy="3630168"/>
          </a:xfrm>
        </p:spPr>
        <p:txBody>
          <a:bodyPr vert="horz" lIns="0" tIns="45720" rIns="0" bIns="45720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34D50E-1286-CB06-4071-8145216493F3}"/>
              </a:ext>
            </a:extLst>
          </p:cNvPr>
          <p:cNvSpPr txBox="1"/>
          <p:nvPr/>
        </p:nvSpPr>
        <p:spPr>
          <a:xfrm>
            <a:off x="5187863" y="2019823"/>
            <a:ext cx="5177424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dirty="0"/>
              <a:t>Player selects a </a:t>
            </a:r>
            <a:r>
              <a:rPr lang="en-US" b="1" dirty="0"/>
              <a:t>difficulty level</a:t>
            </a:r>
            <a:r>
              <a:rPr lang="en-US" dirty="0"/>
              <a:t> and starts the game</a:t>
            </a:r>
          </a:p>
          <a:p>
            <a:pPr marL="228600" indent="-228600">
              <a:buFont typeface=""/>
              <a:buChar char="•"/>
            </a:pPr>
            <a:r>
              <a:rPr lang="en-US" dirty="0"/>
              <a:t>A </a:t>
            </a:r>
            <a:r>
              <a:rPr lang="en-US" b="1" dirty="0"/>
              <a:t>random word</a:t>
            </a:r>
            <a:r>
              <a:rPr lang="en-US" dirty="0"/>
              <a:t> is generated based on difficulty</a:t>
            </a:r>
          </a:p>
          <a:p>
            <a:pPr marL="228600" indent="-228600">
              <a:buFont typeface=""/>
              <a:buChar char="•"/>
            </a:pPr>
            <a:r>
              <a:rPr lang="en-US" dirty="0"/>
              <a:t>Player guesses letters using the input box</a:t>
            </a:r>
          </a:p>
          <a:p>
            <a:pPr marL="228600" indent="-228600">
              <a:buFont typeface=""/>
              <a:buChar char="•"/>
            </a:pPr>
            <a:r>
              <a:rPr lang="en-US" dirty="0"/>
              <a:t>Correct guesses increase score and reveal letters</a:t>
            </a:r>
          </a:p>
          <a:p>
            <a:pPr marL="228600" indent="-228600">
              <a:buFont typeface=""/>
              <a:buChar char="•"/>
            </a:pPr>
            <a:r>
              <a:rPr lang="en-US" dirty="0"/>
              <a:t>Wrong guesses draw hangman parts step-by-step</a:t>
            </a:r>
          </a:p>
          <a:p>
            <a:pPr marL="228600" indent="-228600">
              <a:buFont typeface=""/>
              <a:buChar char="•"/>
            </a:pPr>
            <a:r>
              <a:rPr lang="en-US" dirty="0"/>
              <a:t>Game ends when:</a:t>
            </a:r>
          </a:p>
          <a:p>
            <a:pPr marL="228600" lvl="1" indent="-228600">
              <a:buFont typeface=""/>
              <a:buChar char="•"/>
            </a:pPr>
            <a:r>
              <a:rPr lang="en-US" dirty="0"/>
              <a:t>✅ All letters are guessed (WIN)</a:t>
            </a:r>
          </a:p>
          <a:p>
            <a:pPr marL="228600" lvl="1" indent="-228600">
              <a:buFont typeface=""/>
              <a:buChar char="•"/>
            </a:pPr>
            <a:r>
              <a:rPr lang="en-US" dirty="0"/>
              <a:t>❌ Hangman drawing is completed (GAME OVER)</a:t>
            </a:r>
          </a:p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1688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53100-3076-4726-B6E8-AE7CD2CCF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3546517"/>
            <a:ext cx="10113645" cy="628860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  <a:ea typeface="+mj-lt"/>
                <a:cs typeface="+mj-lt"/>
              </a:rPr>
              <a:t>Conclusion:</a:t>
            </a:r>
            <a:endParaRPr lang="en-US" dirty="0">
              <a:solidFill>
                <a:srgbClr val="FFC000"/>
              </a:solidFill>
            </a:endParaRP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5AEC0676-36E0-374F-8480-880FE68CC8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279" y="4368210"/>
            <a:ext cx="10113264" cy="1622119"/>
          </a:xfrm>
        </p:spPr>
        <p:txBody>
          <a:bodyPr vert="horz" lIns="91440" tIns="0" rIns="91440" bIns="0" rtlCol="0" anchor="t">
            <a:normAutofit/>
          </a:bodyPr>
          <a:lstStyle/>
          <a:p>
            <a:pPr marL="285750" indent="-285750">
              <a:buFont typeface="Arial" panose="020F0502020204030204" pitchFamily="34" charset="0"/>
              <a:buChar char="•"/>
            </a:pPr>
            <a:endParaRPr lang="en-US" sz="16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1. </a:t>
            </a:r>
            <a:r>
              <a:rPr lang="en-US" sz="1600" dirty="0">
                <a:ea typeface="+mn-lt"/>
                <a:cs typeface="+mn-lt"/>
              </a:rPr>
              <a:t>This Hangman game successfully combines </a:t>
            </a:r>
            <a:r>
              <a:rPr lang="en-US" sz="1600" b="1" dirty="0">
                <a:ea typeface="+mn-lt"/>
                <a:cs typeface="+mn-lt"/>
              </a:rPr>
              <a:t>logic, UI design, and interactivity</a:t>
            </a:r>
            <a:r>
              <a:rPr lang="en-US" sz="1600" dirty="0">
                <a:ea typeface="+mn-lt"/>
                <a:cs typeface="+mn-lt"/>
              </a:rPr>
              <a:t>.</a:t>
            </a:r>
            <a:endParaRPr lang="en-US"/>
          </a:p>
          <a:p>
            <a:pPr marL="285750" indent="-285750">
              <a:buFont typeface="Arial" panose="020F0502020204030204" pitchFamily="34" charset="0"/>
              <a:buChar char="•"/>
            </a:pPr>
            <a:r>
              <a:rPr lang="en-US" sz="2000" dirty="0">
                <a:ea typeface="+mn-lt"/>
                <a:cs typeface="+mn-lt"/>
              </a:rPr>
              <a:t>2. </a:t>
            </a:r>
            <a:r>
              <a:rPr lang="en-US" sz="1600" dirty="0">
                <a:ea typeface="+mn-lt"/>
                <a:cs typeface="+mn-lt"/>
              </a:rPr>
              <a:t>It improves understanding of </a:t>
            </a:r>
            <a:r>
              <a:rPr lang="en-US" sz="1600" b="1" dirty="0">
                <a:ea typeface="+mn-lt"/>
                <a:cs typeface="+mn-lt"/>
              </a:rPr>
              <a:t>event-driven programming</a:t>
            </a:r>
            <a:r>
              <a:rPr lang="en-US" sz="1600" dirty="0">
                <a:ea typeface="+mn-lt"/>
                <a:cs typeface="+mn-lt"/>
              </a:rPr>
              <a:t> and </a:t>
            </a:r>
            <a:r>
              <a:rPr lang="en-US" sz="1600" b="1" dirty="0">
                <a:ea typeface="+mn-lt"/>
                <a:cs typeface="+mn-lt"/>
              </a:rPr>
              <a:t>GUI-based applications</a:t>
            </a:r>
            <a:r>
              <a:rPr lang="en-US" sz="1600" dirty="0">
                <a:ea typeface="+mn-lt"/>
                <a:cs typeface="+mn-lt"/>
              </a:rPr>
              <a:t>.</a:t>
            </a:r>
            <a:endParaRPr lang="en-US" dirty="0"/>
          </a:p>
          <a:p>
            <a:pPr marL="285750" indent="-285750">
              <a:buFont typeface="Arial" panose="020F0502020204030204" pitchFamily="34" charset="0"/>
              <a:buChar char="•"/>
            </a:pPr>
            <a:r>
              <a:rPr lang="en-US" sz="2000" dirty="0">
                <a:ea typeface="+mn-lt"/>
                <a:cs typeface="+mn-lt"/>
              </a:rPr>
              <a:t>3. </a:t>
            </a:r>
            <a:r>
              <a:rPr lang="en-US" sz="1600" dirty="0">
                <a:ea typeface="+mn-lt"/>
                <a:cs typeface="+mn-lt"/>
              </a:rPr>
              <a:t>The project can be further enhanced by adding </a:t>
            </a:r>
            <a:r>
              <a:rPr lang="en-US" sz="1600" b="1" dirty="0">
                <a:ea typeface="+mn-lt"/>
                <a:cs typeface="+mn-lt"/>
              </a:rPr>
              <a:t>themes, multiplayer mode, or hint systems</a:t>
            </a:r>
            <a:r>
              <a:rPr lang="en-US" sz="1600" dirty="0">
                <a:ea typeface="+mn-lt"/>
                <a:cs typeface="+mn-lt"/>
              </a:rPr>
              <a:t>.</a:t>
            </a:r>
            <a:endParaRPr lang="en-US" dirty="0"/>
          </a:p>
          <a:p>
            <a:pPr>
              <a:lnSpc>
                <a:spcPts val="2000"/>
              </a:lnSpc>
            </a:pPr>
            <a:endParaRPr lang="en-US" sz="1600" dirty="0"/>
          </a:p>
        </p:txBody>
      </p:sp>
      <p:pic>
        <p:nvPicPr>
          <p:cNvPr id="6" name="Picture Placeholder 5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C0EB8F13-7357-4D3B-B94D-2D33E2BF192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/>
          <a:stretch/>
        </p:blipFill>
        <p:spPr>
          <a:xfrm>
            <a:off x="7503517" y="759983"/>
            <a:ext cx="3437540" cy="3616653"/>
          </a:xfrm>
        </p:spPr>
      </p:pic>
    </p:spTree>
    <p:extLst>
      <p:ext uri="{BB962C8B-B14F-4D97-AF65-F5344CB8AC3E}">
        <p14:creationId xmlns:p14="http://schemas.microsoft.com/office/powerpoint/2010/main" val="351221724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MONO">
      <a:dk1>
        <a:srgbClr val="000000"/>
      </a:dk1>
      <a:lt1>
        <a:srgbClr val="ECEEF7"/>
      </a:lt1>
      <a:dk2>
        <a:srgbClr val="000000"/>
      </a:dk2>
      <a:lt2>
        <a:srgbClr val="F5F8FF"/>
      </a:lt2>
      <a:accent1>
        <a:srgbClr val="ECEEF7"/>
      </a:accent1>
      <a:accent2>
        <a:srgbClr val="F5F8FF"/>
      </a:accent2>
      <a:accent3>
        <a:srgbClr val="A1A2A9"/>
      </a:accent3>
      <a:accent4>
        <a:srgbClr val="141514"/>
      </a:accent4>
      <a:accent5>
        <a:srgbClr val="000000"/>
      </a:accent5>
      <a:accent6>
        <a:srgbClr val="96969C"/>
      </a:accent6>
      <a:hlink>
        <a:srgbClr val="5F6063"/>
      </a:hlink>
      <a:folHlink>
        <a:srgbClr val="919191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les Pitch" id="{BA0280BF-E6B4-464B-BF28-F0D2A23065D1}" vid="{A1F0DEB3-06CD-4A85-8D08-B66BE056CE0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96C458A-6CC1-4FEE-AC7F-D0ABFD0DD393}">
  <we:reference id="wa104178141" version="4.3.3.0" store="en-US" storeType="OMEX"/>
  <we:alternateReferences>
    <we:reference id="wa104178141" version="4.3.3.0" store="WA104178141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DFD056C4-A927-4BAC-8BD5-4F73ED8EFD7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FB4A24C-CCE9-4740-BAFA-219F1C86C7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FDE7DE8-0743-4BE4-AE4C-DC7F07012C0F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Copy version (1)</Template>
  <TotalTime>0</TotalTime>
  <Words>273</Words>
  <Application>Microsoft Office PowerPoint</Application>
  <PresentationFormat>Widescreen</PresentationFormat>
  <Paragraphs>31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RetrospectVTI</vt:lpstr>
      <vt:lpstr>HANGMAN GAME</vt:lpstr>
      <vt:lpstr>Introduction</vt:lpstr>
      <vt:lpstr>Technologies &amp; Key Features </vt:lpstr>
      <vt:lpstr>Key Features</vt:lpstr>
      <vt:lpstr>How the Game Works:</vt:lpstr>
      <vt:lpstr>Conclusion: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135</cp:revision>
  <dcterms:created xsi:type="dcterms:W3CDTF">2025-12-30T16:11:34Z</dcterms:created>
  <dcterms:modified xsi:type="dcterms:W3CDTF">2025-12-30T17:02:41Z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